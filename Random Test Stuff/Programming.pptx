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8" r:id="rId4"/>
    <p:sldId id="257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CCC75C-F9AE-224E-79AA-701E3577E75E}" v="90" dt="2025-09-16T15:28:45.684"/>
    <p1510:client id="{2BD19C0A-12F0-481D-B3F5-B8B5CF1339B2}" v="1002" dt="2025-09-16T15:30:07.024"/>
    <p1510:client id="{4A713839-4E44-20AA-5ED4-25CA3CF8E298}" v="820" dt="2025-09-16T15:20:12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annagan, Sunny" userId="S::m2500663@middlesbro.ac.uk::8d40140e-17ba-4c70-8b5c-10995fec6e0e" providerId="AD" clId="Web-{4A713839-4E44-20AA-5ED4-25CA3CF8E298}"/>
    <pc:docChg chg="addSld modSld">
      <pc:chgData name="Flannagan, Sunny" userId="S::m2500663@middlesbro.ac.uk::8d40140e-17ba-4c70-8b5c-10995fec6e0e" providerId="AD" clId="Web-{4A713839-4E44-20AA-5ED4-25CA3CF8E298}" dt="2025-09-16T15:20:12.587" v="814" actId="1076"/>
      <pc:docMkLst>
        <pc:docMk/>
      </pc:docMkLst>
      <pc:sldChg chg="modSp new">
        <pc:chgData name="Flannagan, Sunny" userId="S::m2500663@middlesbro.ac.uk::8d40140e-17ba-4c70-8b5c-10995fec6e0e" providerId="AD" clId="Web-{4A713839-4E44-20AA-5ED4-25CA3CF8E298}" dt="2025-09-16T15:14:53.082" v="473" actId="20577"/>
        <pc:sldMkLst>
          <pc:docMk/>
          <pc:sldMk cId="880908014" sldId="257"/>
        </pc:sldMkLst>
        <pc:spChg chg="mod">
          <ac:chgData name="Flannagan, Sunny" userId="S::m2500663@middlesbro.ac.uk::8d40140e-17ba-4c70-8b5c-10995fec6e0e" providerId="AD" clId="Web-{4A713839-4E44-20AA-5ED4-25CA3CF8E298}" dt="2025-09-16T15:06:46.002" v="147" actId="20577"/>
          <ac:spMkLst>
            <pc:docMk/>
            <pc:sldMk cId="880908014" sldId="257"/>
            <ac:spMk id="2" creationId="{B8BED583-68D8-1E10-0562-43F8F60AE4D3}"/>
          </ac:spMkLst>
        </pc:spChg>
        <pc:spChg chg="mod">
          <ac:chgData name="Flannagan, Sunny" userId="S::m2500663@middlesbro.ac.uk::8d40140e-17ba-4c70-8b5c-10995fec6e0e" providerId="AD" clId="Web-{4A713839-4E44-20AA-5ED4-25CA3CF8E298}" dt="2025-09-16T15:14:53.082" v="473" actId="20577"/>
          <ac:spMkLst>
            <pc:docMk/>
            <pc:sldMk cId="880908014" sldId="257"/>
            <ac:spMk id="3" creationId="{D9B488A7-C8F5-EDEF-C440-B9CA9AC90BB2}"/>
          </ac:spMkLst>
        </pc:spChg>
      </pc:sldChg>
      <pc:sldChg chg="modSp new">
        <pc:chgData name="Flannagan, Sunny" userId="S::m2500663@middlesbro.ac.uk::8d40140e-17ba-4c70-8b5c-10995fec6e0e" providerId="AD" clId="Web-{4A713839-4E44-20AA-5ED4-25CA3CF8E298}" dt="2025-09-16T15:20:12.587" v="814" actId="1076"/>
        <pc:sldMkLst>
          <pc:docMk/>
          <pc:sldMk cId="354663422" sldId="259"/>
        </pc:sldMkLst>
        <pc:spChg chg="mod">
          <ac:chgData name="Flannagan, Sunny" userId="S::m2500663@middlesbro.ac.uk::8d40140e-17ba-4c70-8b5c-10995fec6e0e" providerId="AD" clId="Web-{4A713839-4E44-20AA-5ED4-25CA3CF8E298}" dt="2025-09-16T15:16:28.512" v="481" actId="1076"/>
          <ac:spMkLst>
            <pc:docMk/>
            <pc:sldMk cId="354663422" sldId="259"/>
            <ac:spMk id="2" creationId="{2CD1B1F9-8A35-1CF5-2595-56413E17CF60}"/>
          </ac:spMkLst>
        </pc:spChg>
        <pc:spChg chg="mod">
          <ac:chgData name="Flannagan, Sunny" userId="S::m2500663@middlesbro.ac.uk::8d40140e-17ba-4c70-8b5c-10995fec6e0e" providerId="AD" clId="Web-{4A713839-4E44-20AA-5ED4-25CA3CF8E298}" dt="2025-09-16T15:20:12.587" v="814" actId="1076"/>
          <ac:spMkLst>
            <pc:docMk/>
            <pc:sldMk cId="354663422" sldId="259"/>
            <ac:spMk id="3" creationId="{20497351-1181-653E-E13E-75A67D885424}"/>
          </ac:spMkLst>
        </pc:spChg>
      </pc:sldChg>
    </pc:docChg>
  </pc:docChgLst>
  <pc:docChgLst>
    <pc:chgData name="Flannagan, Sunny" userId="S::m2500663@middlesbro.ac.uk::8d40140e-17ba-4c70-8b5c-10995fec6e0e" providerId="AD" clId="Web-{0BCCC75C-F9AE-224E-79AA-701E3577E75E}"/>
    <pc:docChg chg="modSld">
      <pc:chgData name="Flannagan, Sunny" userId="S::m2500663@middlesbro.ac.uk::8d40140e-17ba-4c70-8b5c-10995fec6e0e" providerId="AD" clId="Web-{0BCCC75C-F9AE-224E-79AA-701E3577E75E}" dt="2025-09-16T15:28:45.684" v="95" actId="1076"/>
      <pc:docMkLst>
        <pc:docMk/>
      </pc:docMkLst>
      <pc:sldChg chg="modSp">
        <pc:chgData name="Flannagan, Sunny" userId="S::m2500663@middlesbro.ac.uk::8d40140e-17ba-4c70-8b5c-10995fec6e0e" providerId="AD" clId="Web-{0BCCC75C-F9AE-224E-79AA-701E3577E75E}" dt="2025-09-16T15:28:45.684" v="95" actId="1076"/>
        <pc:sldMkLst>
          <pc:docMk/>
          <pc:sldMk cId="354663422" sldId="259"/>
        </pc:sldMkLst>
        <pc:spChg chg="mod">
          <ac:chgData name="Flannagan, Sunny" userId="S::m2500663@middlesbro.ac.uk::8d40140e-17ba-4c70-8b5c-10995fec6e0e" providerId="AD" clId="Web-{0BCCC75C-F9AE-224E-79AA-701E3577E75E}" dt="2025-09-16T15:28:45.684" v="95" actId="1076"/>
          <ac:spMkLst>
            <pc:docMk/>
            <pc:sldMk cId="354663422" sldId="259"/>
            <ac:spMk id="3" creationId="{20497351-1181-653E-E13E-75A67D885424}"/>
          </ac:spMkLst>
        </pc:spChg>
      </pc:sldChg>
    </pc:docChg>
  </pc:docChgLst>
  <pc:docChgLst>
    <pc:chgData name="Emery, Thomas" userId="d1fd5322-7435-4f7a-8aa5-1ab1721533d6" providerId="ADAL" clId="{2BD19C0A-12F0-481D-B3F5-B8B5CF1339B2}"/>
    <pc:docChg chg="custSel addSld modSld sldOrd">
      <pc:chgData name="Emery, Thomas" userId="d1fd5322-7435-4f7a-8aa5-1ab1721533d6" providerId="ADAL" clId="{2BD19C0A-12F0-481D-B3F5-B8B5CF1339B2}" dt="2025-09-16T15:28:57.038" v="1004"/>
      <pc:docMkLst>
        <pc:docMk/>
      </pc:docMkLst>
      <pc:sldChg chg="modSp mod">
        <pc:chgData name="Emery, Thomas" userId="d1fd5322-7435-4f7a-8aa5-1ab1721533d6" providerId="ADAL" clId="{2BD19C0A-12F0-481D-B3F5-B8B5CF1339B2}" dt="2025-09-16T15:19:39.288" v="860" actId="20577"/>
        <pc:sldMkLst>
          <pc:docMk/>
          <pc:sldMk cId="4176095741" sldId="256"/>
        </pc:sldMkLst>
        <pc:spChg chg="mod">
          <ac:chgData name="Emery, Thomas" userId="d1fd5322-7435-4f7a-8aa5-1ab1721533d6" providerId="ADAL" clId="{2BD19C0A-12F0-481D-B3F5-B8B5CF1339B2}" dt="2025-09-16T14:58:26.193" v="11" actId="20577"/>
          <ac:spMkLst>
            <pc:docMk/>
            <pc:sldMk cId="4176095741" sldId="256"/>
            <ac:spMk id="2" creationId="{42867F6C-1BD1-B803-0C4E-AF7227DA3E46}"/>
          </ac:spMkLst>
        </pc:spChg>
        <pc:spChg chg="mod">
          <ac:chgData name="Emery, Thomas" userId="d1fd5322-7435-4f7a-8aa5-1ab1721533d6" providerId="ADAL" clId="{2BD19C0A-12F0-481D-B3F5-B8B5CF1339B2}" dt="2025-09-16T15:19:39.288" v="860" actId="20577"/>
          <ac:spMkLst>
            <pc:docMk/>
            <pc:sldMk cId="4176095741" sldId="256"/>
            <ac:spMk id="3" creationId="{20C2CF3E-2DA0-1A71-E60C-C05284449779}"/>
          </ac:spMkLst>
        </pc:spChg>
      </pc:sldChg>
      <pc:sldChg chg="modSp add mod ord">
        <pc:chgData name="Emery, Thomas" userId="d1fd5322-7435-4f7a-8aa5-1ab1721533d6" providerId="ADAL" clId="{2BD19C0A-12F0-481D-B3F5-B8B5CF1339B2}" dt="2025-09-16T15:28:54.056" v="1002"/>
        <pc:sldMkLst>
          <pc:docMk/>
          <pc:sldMk cId="1681657280" sldId="258"/>
        </pc:sldMkLst>
        <pc:spChg chg="mod">
          <ac:chgData name="Emery, Thomas" userId="d1fd5322-7435-4f7a-8aa5-1ab1721533d6" providerId="ADAL" clId="{2BD19C0A-12F0-481D-B3F5-B8B5CF1339B2}" dt="2025-09-16T15:07:18.638" v="300" actId="20577"/>
          <ac:spMkLst>
            <pc:docMk/>
            <pc:sldMk cId="1681657280" sldId="258"/>
            <ac:spMk id="2" creationId="{51571E6F-8448-53BE-16C6-20964B383F5D}"/>
          </ac:spMkLst>
        </pc:spChg>
        <pc:spChg chg="mod">
          <ac:chgData name="Emery, Thomas" userId="d1fd5322-7435-4f7a-8aa5-1ab1721533d6" providerId="ADAL" clId="{2BD19C0A-12F0-481D-B3F5-B8B5CF1339B2}" dt="2025-09-16T15:18:25.587" v="809" actId="27636"/>
          <ac:spMkLst>
            <pc:docMk/>
            <pc:sldMk cId="1681657280" sldId="258"/>
            <ac:spMk id="3" creationId="{FA0EFE7A-9828-CA6C-70C3-B0795F83809F}"/>
          </ac:spMkLst>
        </pc:spChg>
      </pc:sldChg>
      <pc:sldChg chg="addSp modSp add mod ord">
        <pc:chgData name="Emery, Thomas" userId="d1fd5322-7435-4f7a-8aa5-1ab1721533d6" providerId="ADAL" clId="{2BD19C0A-12F0-481D-B3F5-B8B5CF1339B2}" dt="2025-09-16T15:28:57.038" v="1004"/>
        <pc:sldMkLst>
          <pc:docMk/>
          <pc:sldMk cId="200034157" sldId="260"/>
        </pc:sldMkLst>
        <pc:spChg chg="mod">
          <ac:chgData name="Emery, Thomas" userId="d1fd5322-7435-4f7a-8aa5-1ab1721533d6" providerId="ADAL" clId="{2BD19C0A-12F0-481D-B3F5-B8B5CF1339B2}" dt="2025-09-16T15:24:26.237" v="875" actId="20577"/>
          <ac:spMkLst>
            <pc:docMk/>
            <pc:sldMk cId="200034157" sldId="260"/>
            <ac:spMk id="2" creationId="{9C9729C7-B3CA-2009-6C83-7DA9290AC024}"/>
          </ac:spMkLst>
        </pc:spChg>
        <pc:spChg chg="mod">
          <ac:chgData name="Emery, Thomas" userId="d1fd5322-7435-4f7a-8aa5-1ab1721533d6" providerId="ADAL" clId="{2BD19C0A-12F0-481D-B3F5-B8B5CF1339B2}" dt="2025-09-16T15:27:44.689" v="1000" actId="20577"/>
          <ac:spMkLst>
            <pc:docMk/>
            <pc:sldMk cId="200034157" sldId="260"/>
            <ac:spMk id="3" creationId="{EDB12230-A9DB-021A-412F-2BD241708530}"/>
          </ac:spMkLst>
        </pc:spChg>
        <pc:spChg chg="add">
          <ac:chgData name="Emery, Thomas" userId="d1fd5322-7435-4f7a-8aa5-1ab1721533d6" providerId="ADAL" clId="{2BD19C0A-12F0-481D-B3F5-B8B5CF1339B2}" dt="2025-09-16T15:26:09.290" v="927"/>
          <ac:spMkLst>
            <pc:docMk/>
            <pc:sldMk cId="200034157" sldId="260"/>
            <ac:spMk id="4" creationId="{5E7FBC6B-4469-E08D-C66F-14376D84C15C}"/>
          </ac:spMkLst>
        </pc:spChg>
        <pc:spChg chg="add mod">
          <ac:chgData name="Emery, Thomas" userId="d1fd5322-7435-4f7a-8aa5-1ab1721533d6" providerId="ADAL" clId="{2BD19C0A-12F0-481D-B3F5-B8B5CF1339B2}" dt="2025-09-16T15:26:26.035" v="929" actId="21"/>
          <ac:spMkLst>
            <pc:docMk/>
            <pc:sldMk cId="200034157" sldId="260"/>
            <ac:spMk id="5" creationId="{5FE1E352-710D-FB20-484D-98EA1AFB8E1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B9C61-37DA-FF4A-46BE-B87DC92B0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562D0-3F5F-D4B6-A56A-6048A7AF8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69C87-6FA7-534E-D1C7-4A077BD79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6DCB-E371-4C0B-915B-78C0A46C1C9B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1D618-3735-8C5E-A3AB-A68D5D4FD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0326F-87C3-DDFB-E56B-3F14C3ACE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5C17-E3FC-4E6E-821D-749E747D52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834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35388-A1E2-A2D5-C8BA-652D71AF8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E89AF-A401-FD7B-504D-5BBDC70F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52D1B-372D-9DA8-6736-F833C1A3A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6DCB-E371-4C0B-915B-78C0A46C1C9B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3DED1-A79F-2A9D-7FC4-CD705CBC4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5A8CE-4575-D3AC-8DA3-76CF3E227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5C17-E3FC-4E6E-821D-749E747D52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461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CDA1D-19F9-4FAA-84D1-78ADA3510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4DAE2-F31C-ECE7-9421-AA4CC926C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4D096-79A3-89D7-D574-1715FEA73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6DCB-E371-4C0B-915B-78C0A46C1C9B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2CBC4-8B31-A204-6FFA-374EC34D9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BF098-76A7-8F3E-BC69-5920E0A07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5C17-E3FC-4E6E-821D-749E747D52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048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3D432-F4AB-E5DF-3BE7-972643C94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DDCB2-1635-A4AB-249B-FA2034761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3FD5B-47F3-65DA-3EFA-53565B841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48039-1FD5-9B54-49CB-6F383BD45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6DCB-E371-4C0B-915B-78C0A46C1C9B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7F0070-1CBD-08AB-C74D-A2467A92F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5D0B6-DF9B-01F7-C554-E470F373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5C17-E3FC-4E6E-821D-749E747D52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7699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10852-98D7-1438-776E-8E337CEA9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C2C2C-9086-D097-9809-8F83D9A63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B1FE4-62EF-1D58-7DD2-C63B3BC2C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C86F35-417B-0B74-3712-4EEBB1044E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40DAE-726C-D915-1ACF-6740318E96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7CEF8-39CF-BB1E-0409-83B30D1D2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6DCB-E371-4C0B-915B-78C0A46C1C9B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F5610E-A556-2136-AA29-119DCE3CC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AAA509-3618-D40B-C723-89B53D3AC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5C17-E3FC-4E6E-821D-749E747D52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465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4CA24-37BB-24E4-7FDA-9C219FE26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7EE13B-EDFC-E5F7-8CB7-D7A327F0E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6DCB-E371-4C0B-915B-78C0A46C1C9B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C8F044-0E4F-7404-EE47-353DA7A6B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A4828E-11B6-1C8F-2B45-6EF20143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5C17-E3FC-4E6E-821D-749E747D52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652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10D2A7-0371-3382-0958-95C700F0D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6DCB-E371-4C0B-915B-78C0A46C1C9B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29726D-8F65-1C91-BA89-0343A1C16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616C1-EE78-A08B-FB1B-D45DEC60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5C17-E3FC-4E6E-821D-749E747D52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009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2255A-ABED-0B88-F281-FBAFC7A80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3B520-8A26-FF15-4DD9-8074C5BEE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FF8D7-33A9-EE02-A4FA-222EEDCF3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48991-0DD1-68B8-DD8C-0F6D29787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6DCB-E371-4C0B-915B-78C0A46C1C9B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9A91E-CFFF-4EA9-E613-B51501EAA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79E0F-9DFE-37C8-85A0-B33A5871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5C17-E3FC-4E6E-821D-749E747D52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52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418A9-951D-5A7A-CE73-DA15283ED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E2A4C2-FAEF-53F9-B5CF-44A35C4DEE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215D88-6BB9-66F8-C9E5-1B5BDA7BD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67B28-4111-CDE5-0E13-E8E90E37E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6DCB-E371-4C0B-915B-78C0A46C1C9B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8A935-1EDE-B4A9-0840-FA83A3C4F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6112E-5D9E-9848-F478-5F058BA4C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5C17-E3FC-4E6E-821D-749E747D52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887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9B2E4-E597-F529-A705-9DD753A04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0663E-8D82-97E5-1DF3-99DC49F3E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A2931-29D6-1B71-E4DB-D6BC586D6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6DCB-E371-4C0B-915B-78C0A46C1C9B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84521-A185-C68D-8814-53630511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B49CC-5586-A4DF-7681-17B7D685C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5C17-E3FC-4E6E-821D-749E747D52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967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46EBDE-389C-1A83-1F24-CF3F7E0519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D2CACD-AA3A-DDA0-F329-D10D2B0CA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14CD-0E89-72CF-D255-B1338E1AF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6DCB-E371-4C0B-915B-78C0A46C1C9B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922D4-7A7A-2E48-A2A5-A299EB118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95FF0-F748-1E8D-4882-A4C52BC4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85C17-E3FC-4E6E-821D-749E747D52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989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F249EA-8F83-64D7-1B33-2C22FDDF5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96464-4893-C0E3-FD5A-AD91D261B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2B62B-FFBE-3E27-90A5-F3DF25B6A2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D6DCB-E371-4C0B-915B-78C0A46C1C9B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520CB-3B78-3C4A-94B3-7CB2159C1F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48AF2-D4E9-FB49-B3EA-013986D16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85C17-E3FC-4E6E-821D-749E747D52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747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F0E43-306C-DEAB-6EDF-477CA6051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729C7-B3CA-2009-6C83-7DA9290AC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62469"/>
          </a:xfrm>
        </p:spPr>
        <p:txBody>
          <a:bodyPr/>
          <a:lstStyle/>
          <a:p>
            <a:r>
              <a:rPr lang="en-GB"/>
              <a:t>VB.net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B12230-A9DB-021A-412F-2BD241708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84832"/>
            <a:ext cx="9144000" cy="4108934"/>
          </a:xfrm>
        </p:spPr>
        <p:txBody>
          <a:bodyPr>
            <a:normAutofit lnSpcReduction="10000"/>
          </a:bodyPr>
          <a:lstStyle/>
          <a:p>
            <a:pPr algn="l"/>
            <a:r>
              <a:rPr lang="en-US" altLang="en-US" b="1">
                <a:solidFill>
                  <a:srgbClr val="008000"/>
                </a:solidFill>
                <a:latin typeface="Courier New" panose="02070309020205020404" pitchFamily="49" charset="0"/>
              </a:rPr>
              <a:t>Module</a:t>
            </a:r>
            <a:r>
              <a:rPr lang="en-US" altLang="en-US">
                <a:solidFill>
                  <a:srgbClr val="BBBBBB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>
                <a:solidFill>
                  <a:srgbClr val="0000FF"/>
                </a:solidFill>
                <a:latin typeface="Courier New" panose="02070309020205020404" pitchFamily="49" charset="0"/>
              </a:rPr>
              <a:t>Module1</a:t>
            </a:r>
            <a:r>
              <a:rPr lang="en-US" altLang="en-US">
                <a:solidFill>
                  <a:srgbClr val="101418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en-US" b="1">
                <a:solidFill>
                  <a:srgbClr val="008000"/>
                </a:solidFill>
                <a:latin typeface="Courier New" panose="02070309020205020404" pitchFamily="49" charset="0"/>
              </a:rPr>
              <a:t>Sub</a:t>
            </a:r>
            <a:r>
              <a:rPr lang="en-US" altLang="en-US">
                <a:solidFill>
                  <a:srgbClr val="BBBBBB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>
                <a:solidFill>
                  <a:srgbClr val="0000FF"/>
                </a:solidFill>
                <a:latin typeface="Courier New" panose="02070309020205020404" pitchFamily="49" charset="0"/>
              </a:rPr>
              <a:t>Main</a:t>
            </a:r>
            <a:r>
              <a:rPr lang="en-US" altLang="en-US">
                <a:solidFill>
                  <a:srgbClr val="101418"/>
                </a:solidFill>
                <a:latin typeface="Courier New" panose="02070309020205020404" pitchFamily="49" charset="0"/>
              </a:rPr>
              <a:t>() </a:t>
            </a:r>
          </a:p>
          <a:p>
            <a:pPr algn="l"/>
            <a:r>
              <a:rPr lang="en-US" altLang="en-US" i="1">
                <a:solidFill>
                  <a:srgbClr val="3D7B7B"/>
                </a:solidFill>
                <a:latin typeface="Courier New" panose="02070309020205020404" pitchFamily="49" charset="0"/>
              </a:rPr>
              <a:t>' The classic "Hello, World!" demonstration program</a:t>
            </a:r>
            <a:r>
              <a:rPr lang="en-US" altLang="en-US">
                <a:solidFill>
                  <a:srgbClr val="101418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en-US" err="1">
                <a:latin typeface="Arial" panose="020B0604020202020204" pitchFamily="34" charset="0"/>
              </a:rPr>
              <a:t>Console</a:t>
            </a:r>
            <a:r>
              <a:rPr lang="en-US" altLang="en-US" err="1">
                <a:solidFill>
                  <a:srgbClr val="101418"/>
                </a:solidFill>
                <a:latin typeface="Courier New" panose="02070309020205020404" pitchFamily="49" charset="0"/>
              </a:rPr>
              <a:t>.</a:t>
            </a:r>
            <a:r>
              <a:rPr lang="en-US" altLang="en-US" err="1">
                <a:latin typeface="Arial" panose="020B0604020202020204" pitchFamily="34" charset="0"/>
              </a:rPr>
              <a:t>WriteLine</a:t>
            </a:r>
            <a:r>
              <a:rPr lang="en-US" altLang="en-US">
                <a:solidFill>
                  <a:srgbClr val="101418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>
                <a:solidFill>
                  <a:srgbClr val="BA2121"/>
                </a:solidFill>
                <a:latin typeface="Courier New" panose="02070309020205020404" pitchFamily="49" charset="0"/>
              </a:rPr>
              <a:t>"Hello, World!"</a:t>
            </a:r>
            <a:r>
              <a:rPr lang="en-US" altLang="en-US">
                <a:solidFill>
                  <a:srgbClr val="101418"/>
                </a:solidFill>
                <a:latin typeface="Courier New" panose="02070309020205020404" pitchFamily="49" charset="0"/>
              </a:rPr>
              <a:t>) </a:t>
            </a:r>
          </a:p>
          <a:p>
            <a:pPr algn="l"/>
            <a:r>
              <a:rPr lang="en-US" altLang="en-US" b="1">
                <a:solidFill>
                  <a:srgbClr val="008000"/>
                </a:solidFill>
                <a:latin typeface="Courier New" panose="02070309020205020404" pitchFamily="49" charset="0"/>
              </a:rPr>
              <a:t>End</a:t>
            </a:r>
            <a:r>
              <a:rPr lang="en-US" altLang="en-US">
                <a:solidFill>
                  <a:srgbClr val="BBBBBB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>
                <a:solidFill>
                  <a:srgbClr val="008000"/>
                </a:solidFill>
                <a:latin typeface="Courier New" panose="02070309020205020404" pitchFamily="49" charset="0"/>
              </a:rPr>
              <a:t>Sub</a:t>
            </a:r>
            <a:r>
              <a:rPr lang="en-US" altLang="en-US">
                <a:solidFill>
                  <a:srgbClr val="101418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en-US" b="1">
                <a:solidFill>
                  <a:srgbClr val="008000"/>
                </a:solidFill>
                <a:latin typeface="Courier New" panose="02070309020205020404" pitchFamily="49" charset="0"/>
              </a:rPr>
              <a:t>End</a:t>
            </a:r>
            <a:r>
              <a:rPr lang="en-US" altLang="en-US">
                <a:solidFill>
                  <a:srgbClr val="BBBBBB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>
                <a:solidFill>
                  <a:srgbClr val="008000"/>
                </a:solidFill>
                <a:latin typeface="Courier New" panose="02070309020205020404" pitchFamily="49" charset="0"/>
              </a:rPr>
              <a:t>Module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algn="l"/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(https://en.wikipedia.org/wiki/Visual_Basic_(.NET))</a:t>
            </a:r>
          </a:p>
          <a:p>
            <a:pPr algn="l"/>
            <a:r>
              <a:rPr lang="en-GB"/>
              <a:t>This code prints “Hello, World!” to the console.</a:t>
            </a:r>
          </a:p>
          <a:p>
            <a:pPr algn="l"/>
            <a:r>
              <a:rPr lang="en-GB"/>
              <a:t>VB.net is an object oriented paradigm.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FE1E352-710D-FB20-484D-98EA1AFB8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34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67F6C-1BD1-B803-0C4E-AF7227DA3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62469"/>
          </a:xfrm>
        </p:spPr>
        <p:txBody>
          <a:bodyPr/>
          <a:lstStyle/>
          <a:p>
            <a:r>
              <a:rPr lang="en-GB"/>
              <a:t>HTML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C2CF3E-2DA0-1A71-E60C-C05284449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84832"/>
            <a:ext cx="9144000" cy="4108934"/>
          </a:xfrm>
        </p:spPr>
        <p:txBody>
          <a:bodyPr/>
          <a:lstStyle/>
          <a:p>
            <a:r>
              <a:rPr lang="en-GB"/>
              <a:t>&lt;html&gt;&lt;body&gt;&lt;p&gt;HI! HOW’S IT GOING?&lt;button onclick=“</a:t>
            </a:r>
            <a:r>
              <a:rPr lang="en-GB" err="1"/>
              <a:t>MyFunction</a:t>
            </a:r>
            <a:r>
              <a:rPr lang="en-GB"/>
              <a:t>();”&gt;Click me!&lt;/button&gt;&lt;/p&gt;&lt;/body&gt;&lt;/html&gt;&lt;script&gt;function </a:t>
            </a:r>
            <a:r>
              <a:rPr lang="en-GB" err="1"/>
              <a:t>MyFunction</a:t>
            </a:r>
            <a:r>
              <a:rPr lang="en-GB"/>
              <a:t>() { print(“yadda yadda”) }&lt;/script&gt;</a:t>
            </a:r>
          </a:p>
          <a:p>
            <a:endParaRPr lang="en-GB"/>
          </a:p>
          <a:p>
            <a:r>
              <a:rPr lang="en-GB"/>
              <a:t>This displays “HI! HOW’S IT GOING?” to a website on the users screen, alongside a button that says “Click me!”. When clicked, it prints the screen. </a:t>
            </a:r>
          </a:p>
          <a:p>
            <a:endParaRPr lang="en-GB"/>
          </a:p>
          <a:p>
            <a:r>
              <a:rPr lang="en-GB"/>
              <a:t>This is an example of a not paradigm.</a:t>
            </a:r>
          </a:p>
          <a:p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6095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BE1FC-76CD-597A-A7D4-7814A5C5A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71E6F-8448-53BE-16C6-20964B383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62469"/>
          </a:xfrm>
        </p:spPr>
        <p:txBody>
          <a:bodyPr/>
          <a:lstStyle/>
          <a:p>
            <a:r>
              <a:rPr lang="en-GB"/>
              <a:t>C# (Unity)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EFE7A-9828-CA6C-70C3-B0795F838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84832"/>
            <a:ext cx="9144000" cy="3807010"/>
          </a:xfrm>
        </p:spPr>
        <p:txBody>
          <a:bodyPr>
            <a:normAutofit/>
          </a:bodyPr>
          <a:lstStyle/>
          <a:p>
            <a:pPr algn="l"/>
            <a:r>
              <a:rPr lang="en-GB"/>
              <a:t>public string Sentence = “I hate ;”;</a:t>
            </a:r>
          </a:p>
          <a:p>
            <a:pPr algn="l"/>
            <a:r>
              <a:rPr lang="en-GB"/>
              <a:t>public void Update() {</a:t>
            </a:r>
            <a:br>
              <a:rPr lang="en-GB"/>
            </a:br>
            <a:r>
              <a:rPr lang="en-GB"/>
              <a:t>	</a:t>
            </a:r>
            <a:r>
              <a:rPr lang="en-GB" err="1"/>
              <a:t>Debug.Log</a:t>
            </a:r>
            <a:r>
              <a:rPr lang="en-GB"/>
              <a:t>(Sentence); // This is the universal truth.</a:t>
            </a:r>
          </a:p>
          <a:p>
            <a:pPr algn="l"/>
            <a:r>
              <a:rPr lang="en-GB"/>
              <a:t>}</a:t>
            </a:r>
          </a:p>
          <a:p>
            <a:pPr algn="l"/>
            <a:endParaRPr lang="en-GB"/>
          </a:p>
          <a:p>
            <a:pPr algn="l"/>
            <a:r>
              <a:rPr lang="en-GB"/>
              <a:t>This prints the line “I hate ;” every in-game tick, to the console.</a:t>
            </a:r>
          </a:p>
          <a:p>
            <a:pPr algn="l"/>
            <a:endParaRPr lang="en-GB"/>
          </a:p>
          <a:p>
            <a:pPr algn="l"/>
            <a:r>
              <a:rPr lang="en-GB"/>
              <a:t>This is an example of an object oriented paradigm.</a:t>
            </a:r>
          </a:p>
        </p:txBody>
      </p:sp>
    </p:spTree>
    <p:extLst>
      <p:ext uri="{BB962C8B-B14F-4D97-AF65-F5344CB8AC3E}">
        <p14:creationId xmlns:p14="http://schemas.microsoft.com/office/powerpoint/2010/main" val="1681657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ED583-68D8-1E10-0562-43F8F60A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Java (totally)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488A7-C8F5-EDEF-C440-B9CA9AC90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GB"/>
              <a:t>import </a:t>
            </a:r>
            <a:r>
              <a:rPr lang="en-GB" err="1"/>
              <a:t>java.util.Scanner</a:t>
            </a:r>
            <a:r>
              <a:rPr lang="en-GB"/>
              <a:t>;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/>
              <a:t>public class </a:t>
            </a:r>
            <a:r>
              <a:rPr lang="en-GB" err="1"/>
              <a:t>EforEveryone</a:t>
            </a:r>
            <a:r>
              <a:rPr lang="en-GB"/>
              <a:t> {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/>
              <a:t>    public static void main(String[] </a:t>
            </a:r>
            <a:r>
              <a:rPr lang="en-GB" err="1"/>
              <a:t>args</a:t>
            </a:r>
            <a:r>
              <a:rPr lang="en-GB"/>
              <a:t>) {</a:t>
            </a:r>
          </a:p>
          <a:p>
            <a:pPr marL="0" indent="0">
              <a:buNone/>
            </a:pPr>
            <a:r>
              <a:rPr lang="en-GB"/>
              <a:t>          Scanner reader = new Scanner(System.in);</a:t>
            </a:r>
          </a:p>
          <a:p>
            <a:pPr marL="0" indent="0">
              <a:buNone/>
            </a:pPr>
            <a:r>
              <a:rPr lang="en-GB"/>
              <a:t>  ​</a:t>
            </a:r>
            <a:r>
              <a:rPr lang="en-GB" err="1"/>
              <a:t>System.out.print</a:t>
            </a:r>
            <a:r>
              <a:rPr lang="en-GB"/>
              <a:t>("Enter an age:   ");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/>
              <a:t>  int number  = </a:t>
            </a:r>
            <a:r>
              <a:rPr lang="en-GB" err="1"/>
              <a:t>reader.nextInt</a:t>
            </a:r>
            <a:r>
              <a:rPr lang="en-GB"/>
              <a:t>(); 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/>
              <a:t>  ​​  </a:t>
            </a:r>
            <a:r>
              <a:rPr lang="en-GB" err="1"/>
              <a:t>System.out.printIn</a:t>
            </a:r>
            <a:r>
              <a:rPr lang="en-GB"/>
              <a:t>("You are:  " + number);</a:t>
            </a:r>
          </a:p>
          <a:p>
            <a:pPr marL="0" indent="0">
              <a:buNone/>
            </a:pPr>
            <a:r>
              <a:rPr lang="en-GB"/>
              <a:t>     </a:t>
            </a:r>
          </a:p>
        </p:txBody>
      </p:sp>
    </p:spTree>
    <p:extLst>
      <p:ext uri="{BB962C8B-B14F-4D97-AF65-F5344CB8AC3E}">
        <p14:creationId xmlns:p14="http://schemas.microsoft.com/office/powerpoint/2010/main" val="88090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1B1F9-8A35-1CF5-2595-56413E17C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1962" y="929"/>
            <a:ext cx="5046453" cy="1194280"/>
          </a:xfrm>
        </p:spPr>
        <p:txBody>
          <a:bodyPr/>
          <a:lstStyle/>
          <a:p>
            <a:r>
              <a:rPr lang="en-GB"/>
              <a:t>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97351-1181-653E-E13E-75A67D885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912188" y="1502944"/>
            <a:ext cx="12608942" cy="49625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200">
                <a:solidFill>
                  <a:srgbClr val="9CDCFE"/>
                </a:solidFill>
                <a:latin typeface="Consolas"/>
              </a:rPr>
              <a:t>age</a:t>
            </a:r>
            <a:r>
              <a:rPr lang="en-GB" sz="1200">
                <a:solidFill>
                  <a:srgbClr val="CCCCCC"/>
                </a:solidFill>
                <a:latin typeface="Consolas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/>
              </a:rPr>
              <a:t>=</a:t>
            </a:r>
            <a:r>
              <a:rPr lang="en-GB" sz="1200">
                <a:solidFill>
                  <a:srgbClr val="CCCCCC"/>
                </a:solidFill>
                <a:latin typeface="Consolas"/>
              </a:rPr>
              <a:t> </a:t>
            </a:r>
            <a:r>
              <a:rPr lang="en-GB" sz="1200">
                <a:solidFill>
                  <a:srgbClr val="4EC9B0"/>
                </a:solidFill>
                <a:latin typeface="Consolas"/>
              </a:rPr>
              <a:t>int</a:t>
            </a:r>
            <a:r>
              <a:rPr lang="en-GB" sz="1200">
                <a:solidFill>
                  <a:srgbClr val="CCCCCC"/>
                </a:solidFill>
                <a:latin typeface="Consolas"/>
              </a:rPr>
              <a:t>(</a:t>
            </a:r>
            <a:r>
              <a:rPr lang="en-GB" sz="1200">
                <a:solidFill>
                  <a:srgbClr val="DCDCAA"/>
                </a:solidFill>
                <a:latin typeface="Consolas"/>
              </a:rPr>
              <a:t>input</a:t>
            </a:r>
            <a:r>
              <a:rPr lang="en-GB" sz="1200">
                <a:solidFill>
                  <a:srgbClr val="CCCCCC"/>
                </a:solidFill>
                <a:latin typeface="Consolas"/>
              </a:rPr>
              <a:t>(</a:t>
            </a:r>
            <a:r>
              <a:rPr lang="en-GB" sz="1200">
                <a:solidFill>
                  <a:srgbClr val="CE9178"/>
                </a:solidFill>
                <a:latin typeface="Consolas"/>
              </a:rPr>
              <a:t>"enter your age"</a:t>
            </a:r>
            <a:r>
              <a:rPr lang="en-GB" sz="1200">
                <a:solidFill>
                  <a:srgbClr val="CCCCCC"/>
                </a:solidFill>
                <a:latin typeface="Consolas"/>
              </a:rPr>
              <a:t>))</a:t>
            </a:r>
            <a:endParaRPr lang="en-US" sz="1200"/>
          </a:p>
          <a:p>
            <a:br>
              <a:rPr lang="en-US"/>
            </a:br>
            <a:r>
              <a:rPr lang="en-GB" sz="1200">
                <a:solidFill>
                  <a:srgbClr val="C586C0"/>
                </a:solidFill>
                <a:latin typeface="Consolas"/>
              </a:rPr>
              <a:t>if</a:t>
            </a:r>
            <a:r>
              <a:rPr lang="en-GB" sz="1200">
                <a:solidFill>
                  <a:srgbClr val="CCCCCC"/>
                </a:solidFill>
                <a:latin typeface="Consolas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/>
              </a:rPr>
              <a:t>age</a:t>
            </a:r>
            <a:r>
              <a:rPr lang="en-GB" sz="1200">
                <a:solidFill>
                  <a:srgbClr val="CCCCCC"/>
                </a:solidFill>
                <a:latin typeface="Consolas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/>
              </a:rPr>
              <a:t>&lt;=</a:t>
            </a:r>
            <a:r>
              <a:rPr lang="en-GB" sz="1200">
                <a:solidFill>
                  <a:srgbClr val="CCCCCC"/>
                </a:solidFill>
                <a:latin typeface="Consolas"/>
              </a:rPr>
              <a:t> </a:t>
            </a:r>
            <a:r>
              <a:rPr lang="en-GB" sz="1200">
                <a:solidFill>
                  <a:srgbClr val="B5CEA8"/>
                </a:solidFill>
                <a:latin typeface="Consolas"/>
              </a:rPr>
              <a:t>17</a:t>
            </a:r>
            <a:r>
              <a:rPr lang="en-GB" sz="1200">
                <a:solidFill>
                  <a:srgbClr val="CCCCCC"/>
                </a:solidFill>
                <a:latin typeface="Consolas"/>
              </a:rPr>
              <a:t>:</a:t>
            </a:r>
            <a:endParaRPr lang="en-GB" sz="1200"/>
          </a:p>
          <a:p>
            <a:r>
              <a:rPr lang="en-GB" sz="1200">
                <a:solidFill>
                  <a:srgbClr val="CCCCCC"/>
                </a:solidFill>
                <a:latin typeface="Consolas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/>
              </a:rPr>
              <a:t>print</a:t>
            </a:r>
            <a:r>
              <a:rPr lang="en-GB" sz="1200">
                <a:solidFill>
                  <a:srgbClr val="CCCCCC"/>
                </a:solidFill>
                <a:latin typeface="Consolas"/>
              </a:rPr>
              <a:t>(</a:t>
            </a:r>
            <a:r>
              <a:rPr lang="en-GB" sz="1200">
                <a:solidFill>
                  <a:srgbClr val="CE9178"/>
                </a:solidFill>
                <a:latin typeface="Consolas"/>
              </a:rPr>
              <a:t>"you are NOT an adult."</a:t>
            </a:r>
            <a:r>
              <a:rPr lang="en-GB" sz="1200">
                <a:solidFill>
                  <a:srgbClr val="CCCCCC"/>
                </a:solidFill>
                <a:latin typeface="Consolas"/>
              </a:rPr>
              <a:t>)</a:t>
            </a:r>
            <a:endParaRPr lang="en-GB" sz="1200"/>
          </a:p>
          <a:p>
            <a:r>
              <a:rPr lang="en-GB" sz="1200">
                <a:solidFill>
                  <a:srgbClr val="C586C0"/>
                </a:solidFill>
                <a:latin typeface="Consolas"/>
              </a:rPr>
              <a:t>elif</a:t>
            </a:r>
            <a:r>
              <a:rPr lang="en-GB" sz="1200">
                <a:solidFill>
                  <a:srgbClr val="CCCCCC"/>
                </a:solidFill>
                <a:latin typeface="Consolas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/>
              </a:rPr>
              <a:t>age</a:t>
            </a:r>
            <a:r>
              <a:rPr lang="en-GB" sz="1200">
                <a:solidFill>
                  <a:srgbClr val="CCCCCC"/>
                </a:solidFill>
                <a:latin typeface="Consolas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/>
              </a:rPr>
              <a:t>&gt;=</a:t>
            </a:r>
            <a:r>
              <a:rPr lang="en-GB" sz="1200">
                <a:solidFill>
                  <a:srgbClr val="B5CEA8"/>
                </a:solidFill>
                <a:latin typeface="Consolas"/>
              </a:rPr>
              <a:t>125</a:t>
            </a:r>
            <a:r>
              <a:rPr lang="en-GB" sz="1200">
                <a:solidFill>
                  <a:srgbClr val="CCCCCC"/>
                </a:solidFill>
                <a:latin typeface="Consolas"/>
              </a:rPr>
              <a:t>:</a:t>
            </a:r>
            <a:endParaRPr lang="en-GB" sz="1200"/>
          </a:p>
          <a:p>
            <a:r>
              <a:rPr lang="en-GB" sz="1200">
                <a:solidFill>
                  <a:srgbClr val="CCCCCC"/>
                </a:solidFill>
                <a:latin typeface="Consolas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/>
              </a:rPr>
              <a:t>print</a:t>
            </a:r>
            <a:r>
              <a:rPr lang="en-GB" sz="1200">
                <a:solidFill>
                  <a:srgbClr val="CCCCCC"/>
                </a:solidFill>
                <a:latin typeface="Consolas"/>
              </a:rPr>
              <a:t>(</a:t>
            </a:r>
            <a:r>
              <a:rPr lang="en-GB" sz="1200">
                <a:solidFill>
                  <a:srgbClr val="CE9178"/>
                </a:solidFill>
                <a:latin typeface="Consolas"/>
              </a:rPr>
              <a:t>"you are no longer alive"</a:t>
            </a:r>
            <a:r>
              <a:rPr lang="en-GB" sz="1200">
                <a:solidFill>
                  <a:srgbClr val="CCCCCC"/>
                </a:solidFill>
                <a:latin typeface="Consolas"/>
              </a:rPr>
              <a:t>)</a:t>
            </a:r>
            <a:endParaRPr lang="en-GB" sz="1200"/>
          </a:p>
          <a:p>
            <a:r>
              <a:rPr lang="en-GB" sz="1200">
                <a:solidFill>
                  <a:srgbClr val="C586C0"/>
                </a:solidFill>
                <a:latin typeface="Consolas"/>
              </a:rPr>
              <a:t>else</a:t>
            </a:r>
            <a:r>
              <a:rPr lang="en-GB" sz="1200">
                <a:solidFill>
                  <a:srgbClr val="CCCCCC"/>
                </a:solidFill>
                <a:latin typeface="Consolas"/>
              </a:rPr>
              <a:t>:</a:t>
            </a:r>
            <a:endParaRPr lang="en-GB" sz="1200"/>
          </a:p>
          <a:p>
            <a:r>
              <a:rPr lang="en-GB" sz="1200">
                <a:solidFill>
                  <a:srgbClr val="CCCCCC"/>
                </a:solidFill>
                <a:latin typeface="Consolas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/>
              </a:rPr>
              <a:t>print</a:t>
            </a:r>
            <a:r>
              <a:rPr lang="en-GB" sz="1200">
                <a:solidFill>
                  <a:srgbClr val="CCCCCC"/>
                </a:solidFill>
                <a:latin typeface="Consolas"/>
              </a:rPr>
              <a:t>(</a:t>
            </a:r>
            <a:r>
              <a:rPr lang="en-GB" sz="1200">
                <a:solidFill>
                  <a:srgbClr val="CE9178"/>
                </a:solidFill>
                <a:latin typeface="Consolas"/>
              </a:rPr>
              <a:t>"you are now legally privileged"</a:t>
            </a:r>
            <a:r>
              <a:rPr lang="en-GB" sz="120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GB"/>
              <a:t>I typed that on python I SWEAR (my source? Trust me bro..)</a:t>
            </a:r>
          </a:p>
        </p:txBody>
      </p:sp>
    </p:spTree>
    <p:extLst>
      <p:ext uri="{BB962C8B-B14F-4D97-AF65-F5344CB8AC3E}">
        <p14:creationId xmlns:p14="http://schemas.microsoft.com/office/powerpoint/2010/main" val="354663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VB.net</vt:lpstr>
      <vt:lpstr>HTML</vt:lpstr>
      <vt:lpstr>C# (Unity)</vt:lpstr>
      <vt:lpstr>Java (totally)</vt:lpstr>
      <vt:lpstr>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Emery, Thomas</dc:creator>
  <cp:revision>1</cp:revision>
  <dcterms:created xsi:type="dcterms:W3CDTF">2025-09-16T14:53:29Z</dcterms:created>
  <dcterms:modified xsi:type="dcterms:W3CDTF">2025-09-16T15:30:16Z</dcterms:modified>
</cp:coreProperties>
</file>